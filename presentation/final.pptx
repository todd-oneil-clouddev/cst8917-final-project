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9" r:id="rId4"/>
    <p:sldId id="260" r:id="rId5"/>
    <p:sldId id="261" r:id="rId6"/>
    <p:sldId id="267" r:id="rId7"/>
    <p:sldId id="266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DE53E8-4701-485D-B734-8479911A4925}" v="20" dt="2026-08-08T19:04:26.0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Oneil" userId="b2f76a03-a310-419e-bc84-08f44eaef7a1" providerId="ADAL" clId="{ED5B5379-09AD-4E93-8C48-D4A3D9AD1826}"/>
    <pc:docChg chg="undo custSel addSld delSld modSld sldOrd addMainMaster delMainMaster">
      <pc:chgData name="Todd Oneil" userId="b2f76a03-a310-419e-bc84-08f44eaef7a1" providerId="ADAL" clId="{ED5B5379-09AD-4E93-8C48-D4A3D9AD1826}" dt="2026-08-08T19:33:38.524" v="3203" actId="20577"/>
      <pc:docMkLst>
        <pc:docMk/>
      </pc:docMkLst>
      <pc:sldChg chg="addSp delSp modSp new mod setBg modClrScheme setClrOvrMap chgLayout">
        <pc:chgData name="Todd Oneil" userId="b2f76a03-a310-419e-bc84-08f44eaef7a1" providerId="ADAL" clId="{ED5B5379-09AD-4E93-8C48-D4A3D9AD1826}" dt="2026-08-08T17:29:46.715" v="1811" actId="26606"/>
        <pc:sldMkLst>
          <pc:docMk/>
          <pc:sldMk cId="2730400527" sldId="256"/>
        </pc:sldMkLst>
        <pc:spChg chg="mod">
          <ac:chgData name="Todd Oneil" userId="b2f76a03-a310-419e-bc84-08f44eaef7a1" providerId="ADAL" clId="{ED5B5379-09AD-4E93-8C48-D4A3D9AD1826}" dt="2026-08-08T17:29:46.715" v="1811" actId="26606"/>
          <ac:spMkLst>
            <pc:docMk/>
            <pc:sldMk cId="2730400527" sldId="256"/>
            <ac:spMk id="2" creationId="{67140C5D-A9B1-89F3-1C45-BFC84CD1C054}"/>
          </ac:spMkLst>
        </pc:spChg>
        <pc:spChg chg="mod">
          <ac:chgData name="Todd Oneil" userId="b2f76a03-a310-419e-bc84-08f44eaef7a1" providerId="ADAL" clId="{ED5B5379-09AD-4E93-8C48-D4A3D9AD1826}" dt="2026-08-08T17:29:46.715" v="1811" actId="26606"/>
          <ac:spMkLst>
            <pc:docMk/>
            <pc:sldMk cId="2730400527" sldId="256"/>
            <ac:spMk id="3" creationId="{F9EC930B-9726-8FDE-6F88-DF07F1D71745}"/>
          </ac:spMkLst>
        </pc:spChg>
        <pc:spChg chg="add del">
          <ac:chgData name="Todd Oneil" userId="b2f76a03-a310-419e-bc84-08f44eaef7a1" providerId="ADAL" clId="{ED5B5379-09AD-4E93-8C48-D4A3D9AD1826}" dt="2026-08-08T17:29:46.715" v="1811" actId="26606"/>
          <ac:spMkLst>
            <pc:docMk/>
            <pc:sldMk cId="2730400527" sldId="256"/>
            <ac:spMk id="9" creationId="{CFD1D2CD-954D-4C4D-B505-05EAD159B230}"/>
          </ac:spMkLst>
        </pc:spChg>
        <pc:spChg chg="add del">
          <ac:chgData name="Todd Oneil" userId="b2f76a03-a310-419e-bc84-08f44eaef7a1" providerId="ADAL" clId="{ED5B5379-09AD-4E93-8C48-D4A3D9AD1826}" dt="2026-08-08T17:29:46.715" v="1811" actId="26606"/>
          <ac:spMkLst>
            <pc:docMk/>
            <pc:sldMk cId="2730400527" sldId="256"/>
            <ac:spMk id="16" creationId="{46B9231A-B34B-4A29-A6AC-532E1EE81575}"/>
          </ac:spMkLst>
        </pc:spChg>
        <pc:picChg chg="add mod ord">
          <ac:chgData name="Todd Oneil" userId="b2f76a03-a310-419e-bc84-08f44eaef7a1" providerId="ADAL" clId="{ED5B5379-09AD-4E93-8C48-D4A3D9AD1826}" dt="2026-08-08T17:29:46.715" v="1811" actId="26606"/>
          <ac:picMkLst>
            <pc:docMk/>
            <pc:sldMk cId="2730400527" sldId="256"/>
            <ac:picMk id="4" creationId="{34C52D8B-D26A-71E4-6CE0-848BB75C2550}"/>
          </ac:picMkLst>
        </pc:picChg>
        <pc:cxnChg chg="add del">
          <ac:chgData name="Todd Oneil" userId="b2f76a03-a310-419e-bc84-08f44eaef7a1" providerId="ADAL" clId="{ED5B5379-09AD-4E93-8C48-D4A3D9AD1826}" dt="2026-08-08T17:29:46.715" v="1811" actId="26606"/>
          <ac:cxnSpMkLst>
            <pc:docMk/>
            <pc:sldMk cId="2730400527" sldId="256"/>
            <ac:cxnSpMk id="11" creationId="{D132AEA7-A24A-45A9-BF8F-D0AFF34DF68C}"/>
          </ac:cxnSpMkLst>
        </pc:cxnChg>
        <pc:cxnChg chg="add del">
          <ac:chgData name="Todd Oneil" userId="b2f76a03-a310-419e-bc84-08f44eaef7a1" providerId="ADAL" clId="{ED5B5379-09AD-4E93-8C48-D4A3D9AD1826}" dt="2026-08-08T17:29:46.715" v="1811" actId="26606"/>
          <ac:cxnSpMkLst>
            <pc:docMk/>
            <pc:sldMk cId="2730400527" sldId="256"/>
            <ac:cxnSpMk id="18" creationId="{F0CE0765-E93C-4D37-9D5F-D464EFB10FA7}"/>
          </ac:cxnSpMkLst>
        </pc:cxnChg>
      </pc:sldChg>
      <pc:sldChg chg="addSp delSp modSp new del mod">
        <pc:chgData name="Todd Oneil" userId="b2f76a03-a310-419e-bc84-08f44eaef7a1" providerId="ADAL" clId="{ED5B5379-09AD-4E93-8C48-D4A3D9AD1826}" dt="2026-08-08T16:43:23.585" v="132" actId="47"/>
        <pc:sldMkLst>
          <pc:docMk/>
          <pc:sldMk cId="4171432587" sldId="257"/>
        </pc:sldMkLst>
        <pc:spChg chg="mod">
          <ac:chgData name="Todd Oneil" userId="b2f76a03-a310-419e-bc84-08f44eaef7a1" providerId="ADAL" clId="{ED5B5379-09AD-4E93-8C48-D4A3D9AD1826}" dt="2026-08-08T16:41:19.583" v="83" actId="20577"/>
          <ac:spMkLst>
            <pc:docMk/>
            <pc:sldMk cId="4171432587" sldId="257"/>
            <ac:spMk id="2" creationId="{69DF389E-CD8E-775C-07E3-91056D97CF7B}"/>
          </ac:spMkLst>
        </pc:spChg>
        <pc:spChg chg="del mod">
          <ac:chgData name="Todd Oneil" userId="b2f76a03-a310-419e-bc84-08f44eaef7a1" providerId="ADAL" clId="{ED5B5379-09AD-4E93-8C48-D4A3D9AD1826}" dt="2026-08-08T16:41:08.566" v="81" actId="22"/>
          <ac:spMkLst>
            <pc:docMk/>
            <pc:sldMk cId="4171432587" sldId="257"/>
            <ac:spMk id="3" creationId="{9119A4C3-4A29-A6CA-2DD1-9884E44586C2}"/>
          </ac:spMkLst>
        </pc:spChg>
        <pc:picChg chg="add mod ord">
          <ac:chgData name="Todd Oneil" userId="b2f76a03-a310-419e-bc84-08f44eaef7a1" providerId="ADAL" clId="{ED5B5379-09AD-4E93-8C48-D4A3D9AD1826}" dt="2026-08-08T16:41:08.566" v="81" actId="22"/>
          <ac:picMkLst>
            <pc:docMk/>
            <pc:sldMk cId="4171432587" sldId="257"/>
            <ac:picMk id="5" creationId="{92690B9A-4069-D9FA-ED30-5752265464C3}"/>
          </ac:picMkLst>
        </pc:picChg>
      </pc:sldChg>
      <pc:sldChg chg="addSp delSp modSp add mod addAnim delAnim setClrOvrMap">
        <pc:chgData name="Todd Oneil" userId="b2f76a03-a310-419e-bc84-08f44eaef7a1" providerId="ADAL" clId="{ED5B5379-09AD-4E93-8C48-D4A3D9AD1826}" dt="2026-08-08T19:06:55.580" v="3194" actId="20577"/>
        <pc:sldMkLst>
          <pc:docMk/>
          <pc:sldMk cId="299035405" sldId="258"/>
        </pc:sldMkLst>
        <pc:spChg chg="mod ord">
          <ac:chgData name="Todd Oneil" userId="b2f76a03-a310-419e-bc84-08f44eaef7a1" providerId="ADAL" clId="{ED5B5379-09AD-4E93-8C48-D4A3D9AD1826}" dt="2026-08-08T19:05:04.149" v="2947" actId="1076"/>
          <ac:spMkLst>
            <pc:docMk/>
            <pc:sldMk cId="299035405" sldId="258"/>
            <ac:spMk id="2" creationId="{C22DE7F0-5587-3A66-347E-448EB6DA3520}"/>
          </ac:spMkLst>
        </pc:spChg>
        <pc:spChg chg="del mod">
          <ac:chgData name="Todd Oneil" userId="b2f76a03-a310-419e-bc84-08f44eaef7a1" providerId="ADAL" clId="{ED5B5379-09AD-4E93-8C48-D4A3D9AD1826}" dt="2026-08-08T16:41:48.852" v="97" actId="478"/>
          <ac:spMkLst>
            <pc:docMk/>
            <pc:sldMk cId="299035405" sldId="258"/>
            <ac:spMk id="3" creationId="{CCFEAE64-2AB8-B1B0-3678-F7D2C9400D93}"/>
          </ac:spMkLst>
        </pc:spChg>
        <pc:spChg chg="add del mod">
          <ac:chgData name="Todd Oneil" userId="b2f76a03-a310-419e-bc84-08f44eaef7a1" providerId="ADAL" clId="{ED5B5379-09AD-4E93-8C48-D4A3D9AD1826}" dt="2026-08-08T16:41:51.482" v="98" actId="478"/>
          <ac:spMkLst>
            <pc:docMk/>
            <pc:sldMk cId="299035405" sldId="258"/>
            <ac:spMk id="6" creationId="{329F48E8-8EA8-9EFA-540F-975D265DE5CB}"/>
          </ac:spMkLst>
        </pc:spChg>
        <pc:spChg chg="add mod">
          <ac:chgData name="Todd Oneil" userId="b2f76a03-a310-419e-bc84-08f44eaef7a1" providerId="ADAL" clId="{ED5B5379-09AD-4E93-8C48-D4A3D9AD1826}" dt="2026-08-08T19:06:55.580" v="3194" actId="20577"/>
          <ac:spMkLst>
            <pc:docMk/>
            <pc:sldMk cId="299035405" sldId="258"/>
            <ac:spMk id="8" creationId="{BD139CF7-2403-96C2-140D-EEBE7613C9D0}"/>
          </ac:spMkLst>
        </pc:spChg>
        <pc:spChg chg="add del">
          <ac:chgData name="Todd Oneil" userId="b2f76a03-a310-419e-bc84-08f44eaef7a1" providerId="ADAL" clId="{ED5B5379-09AD-4E93-8C48-D4A3D9AD1826}" dt="2026-08-08T16:42:52.795" v="117" actId="26606"/>
          <ac:spMkLst>
            <pc:docMk/>
            <pc:sldMk cId="299035405" sldId="258"/>
            <ac:spMk id="9" creationId="{FBFE1089-E34D-25AE-EDB2-5815FFBC65CB}"/>
          </ac:spMkLst>
        </pc:spChg>
        <pc:spChg chg="add">
          <ac:chgData name="Todd Oneil" userId="b2f76a03-a310-419e-bc84-08f44eaef7a1" providerId="ADAL" clId="{ED5B5379-09AD-4E93-8C48-D4A3D9AD1826}" dt="2026-08-08T16:42:52.795" v="117" actId="26606"/>
          <ac:spMkLst>
            <pc:docMk/>
            <pc:sldMk cId="299035405" sldId="258"/>
            <ac:spMk id="13" creationId="{19F9BF86-FE94-4517-B97D-026C7515E589}"/>
          </ac:spMkLst>
        </pc:spChg>
        <pc:spChg chg="add">
          <ac:chgData name="Todd Oneil" userId="b2f76a03-a310-419e-bc84-08f44eaef7a1" providerId="ADAL" clId="{ED5B5379-09AD-4E93-8C48-D4A3D9AD1826}" dt="2026-08-08T16:42:52.795" v="117" actId="26606"/>
          <ac:spMkLst>
            <pc:docMk/>
            <pc:sldMk cId="299035405" sldId="258"/>
            <ac:spMk id="14" creationId="{9E9D00D9-C4F5-471E-BE2C-126CB112A6BD}"/>
          </ac:spMkLst>
        </pc:spChg>
        <pc:spChg chg="add del">
          <ac:chgData name="Todd Oneil" userId="b2f76a03-a310-419e-bc84-08f44eaef7a1" providerId="ADAL" clId="{ED5B5379-09AD-4E93-8C48-D4A3D9AD1826}" dt="2026-08-08T16:42:36.597" v="115" actId="26606"/>
          <ac:spMkLst>
            <pc:docMk/>
            <pc:sldMk cId="299035405" sldId="258"/>
            <ac:spMk id="16" creationId="{19F9BF86-FE94-4517-B97D-026C7515E589}"/>
          </ac:spMkLst>
        </pc:spChg>
        <pc:spChg chg="add del">
          <ac:chgData name="Todd Oneil" userId="b2f76a03-a310-419e-bc84-08f44eaef7a1" providerId="ADAL" clId="{ED5B5379-09AD-4E93-8C48-D4A3D9AD1826}" dt="2026-08-08T16:42:36.597" v="115" actId="26606"/>
          <ac:spMkLst>
            <pc:docMk/>
            <pc:sldMk cId="299035405" sldId="258"/>
            <ac:spMk id="18" creationId="{F8B2ECD5-47B1-47AD-AC9D-045064631A65}"/>
          </ac:spMkLst>
        </pc:spChg>
        <pc:picChg chg="add del mod">
          <ac:chgData name="Todd Oneil" userId="b2f76a03-a310-419e-bc84-08f44eaef7a1" providerId="ADAL" clId="{ED5B5379-09AD-4E93-8C48-D4A3D9AD1826}" dt="2026-08-08T16:42:49.052" v="116" actId="478"/>
          <ac:picMkLst>
            <pc:docMk/>
            <pc:sldMk cId="299035405" sldId="258"/>
            <ac:picMk id="4" creationId="{642A8300-184D-1A28-76F2-A1D62DABA2D6}"/>
          </ac:picMkLst>
        </pc:picChg>
        <pc:picChg chg="add mod ord">
          <ac:chgData name="Todd Oneil" userId="b2f76a03-a310-419e-bc84-08f44eaef7a1" providerId="ADAL" clId="{ED5B5379-09AD-4E93-8C48-D4A3D9AD1826}" dt="2026-08-08T16:43:02.461" v="119" actId="14100"/>
          <ac:picMkLst>
            <pc:docMk/>
            <pc:sldMk cId="299035405" sldId="258"/>
            <ac:picMk id="7" creationId="{F57C4DE0-63E2-41FC-0183-602B1B20CDFD}"/>
          </ac:picMkLst>
        </pc:picChg>
        <pc:cxnChg chg="add del">
          <ac:chgData name="Todd Oneil" userId="b2f76a03-a310-419e-bc84-08f44eaef7a1" providerId="ADAL" clId="{ED5B5379-09AD-4E93-8C48-D4A3D9AD1826}" dt="2026-08-08T16:42:52.795" v="117" actId="26606"/>
          <ac:cxnSpMkLst>
            <pc:docMk/>
            <pc:sldMk cId="299035405" sldId="258"/>
            <ac:cxnSpMk id="11" creationId="{13DBFE47-CA89-C712-2541-C2BE3C34A984}"/>
          </ac:cxnSpMkLst>
        </pc:cxnChg>
        <pc:cxnChg chg="add">
          <ac:chgData name="Todd Oneil" userId="b2f76a03-a310-419e-bc84-08f44eaef7a1" providerId="ADAL" clId="{ED5B5379-09AD-4E93-8C48-D4A3D9AD1826}" dt="2026-08-08T16:42:52.795" v="117" actId="26606"/>
          <ac:cxnSpMkLst>
            <pc:docMk/>
            <pc:sldMk cId="299035405" sldId="258"/>
            <ac:cxnSpMk id="15" creationId="{97CC2FE6-3AD0-4131-B4BC-1F4D65E25E13}"/>
          </ac:cxnSpMkLst>
        </pc:cxnChg>
        <pc:cxnChg chg="add del">
          <ac:chgData name="Todd Oneil" userId="b2f76a03-a310-419e-bc84-08f44eaef7a1" providerId="ADAL" clId="{ED5B5379-09AD-4E93-8C48-D4A3D9AD1826}" dt="2026-08-08T16:42:36.597" v="115" actId="26606"/>
          <ac:cxnSpMkLst>
            <pc:docMk/>
            <pc:sldMk cId="299035405" sldId="258"/>
            <ac:cxnSpMk id="20" creationId="{97CC2FE6-3AD0-4131-B4BC-1F4D65E25E13}"/>
          </ac:cxnSpMkLst>
        </pc:cxnChg>
      </pc:sldChg>
      <pc:sldChg chg="addSp delSp modSp add mod">
        <pc:chgData name="Todd Oneil" userId="b2f76a03-a310-419e-bc84-08f44eaef7a1" providerId="ADAL" clId="{ED5B5379-09AD-4E93-8C48-D4A3D9AD1826}" dt="2026-08-08T16:43:56.453" v="147" actId="20577"/>
        <pc:sldMkLst>
          <pc:docMk/>
          <pc:sldMk cId="2409932191" sldId="259"/>
        </pc:sldMkLst>
        <pc:spChg chg="mod ord">
          <ac:chgData name="Todd Oneil" userId="b2f76a03-a310-419e-bc84-08f44eaef7a1" providerId="ADAL" clId="{ED5B5379-09AD-4E93-8C48-D4A3D9AD1826}" dt="2026-08-08T16:43:56.453" v="147" actId="20577"/>
          <ac:spMkLst>
            <pc:docMk/>
            <pc:sldMk cId="2409932191" sldId="259"/>
            <ac:spMk id="2" creationId="{BBCA24D4-F63E-5C2D-B121-3509900798DB}"/>
          </ac:spMkLst>
        </pc:spChg>
        <pc:spChg chg="del">
          <ac:chgData name="Todd Oneil" userId="b2f76a03-a310-419e-bc84-08f44eaef7a1" providerId="ADAL" clId="{ED5B5379-09AD-4E93-8C48-D4A3D9AD1826}" dt="2026-08-08T16:43:46.407" v="136" actId="26606"/>
          <ac:spMkLst>
            <pc:docMk/>
            <pc:sldMk cId="2409932191" sldId="259"/>
            <ac:spMk id="13" creationId="{5184024C-C842-C0E9-4FA3-9C3B5D107A5C}"/>
          </ac:spMkLst>
        </pc:spChg>
        <pc:spChg chg="del">
          <ac:chgData name="Todd Oneil" userId="b2f76a03-a310-419e-bc84-08f44eaef7a1" providerId="ADAL" clId="{ED5B5379-09AD-4E93-8C48-D4A3D9AD1826}" dt="2026-08-08T16:43:46.407" v="136" actId="26606"/>
          <ac:spMkLst>
            <pc:docMk/>
            <pc:sldMk cId="2409932191" sldId="259"/>
            <ac:spMk id="14" creationId="{12638192-7937-0B21-1271-83A4BC93A167}"/>
          </ac:spMkLst>
        </pc:spChg>
        <pc:spChg chg="add">
          <ac:chgData name="Todd Oneil" userId="b2f76a03-a310-419e-bc84-08f44eaef7a1" providerId="ADAL" clId="{ED5B5379-09AD-4E93-8C48-D4A3D9AD1826}" dt="2026-08-08T16:43:46.407" v="136" actId="26606"/>
          <ac:spMkLst>
            <pc:docMk/>
            <pc:sldMk cId="2409932191" sldId="259"/>
            <ac:spMk id="20" creationId="{19F9BF86-FE94-4517-B97D-026C7515E589}"/>
          </ac:spMkLst>
        </pc:spChg>
        <pc:spChg chg="add">
          <ac:chgData name="Todd Oneil" userId="b2f76a03-a310-419e-bc84-08f44eaef7a1" providerId="ADAL" clId="{ED5B5379-09AD-4E93-8C48-D4A3D9AD1826}" dt="2026-08-08T16:43:46.407" v="136" actId="26606"/>
          <ac:spMkLst>
            <pc:docMk/>
            <pc:sldMk cId="2409932191" sldId="259"/>
            <ac:spMk id="22" creationId="{9E9D00D9-C4F5-471E-BE2C-126CB112A6BD}"/>
          </ac:spMkLst>
        </pc:spChg>
        <pc:picChg chg="add mod">
          <ac:chgData name="Todd Oneil" userId="b2f76a03-a310-419e-bc84-08f44eaef7a1" providerId="ADAL" clId="{ED5B5379-09AD-4E93-8C48-D4A3D9AD1826}" dt="2026-08-08T16:43:46.407" v="136" actId="26606"/>
          <ac:picMkLst>
            <pc:docMk/>
            <pc:sldMk cId="2409932191" sldId="259"/>
            <ac:picMk id="4" creationId="{19398A2A-1193-DE81-B161-608AC4436962}"/>
          </ac:picMkLst>
        </pc:picChg>
        <pc:picChg chg="del">
          <ac:chgData name="Todd Oneil" userId="b2f76a03-a310-419e-bc84-08f44eaef7a1" providerId="ADAL" clId="{ED5B5379-09AD-4E93-8C48-D4A3D9AD1826}" dt="2026-08-08T16:43:39.685" v="134" actId="478"/>
          <ac:picMkLst>
            <pc:docMk/>
            <pc:sldMk cId="2409932191" sldId="259"/>
            <ac:picMk id="7" creationId="{7A2F94D8-5B7B-B83E-2BEC-A2CA0884EA42}"/>
          </ac:picMkLst>
        </pc:picChg>
        <pc:cxnChg chg="del">
          <ac:chgData name="Todd Oneil" userId="b2f76a03-a310-419e-bc84-08f44eaef7a1" providerId="ADAL" clId="{ED5B5379-09AD-4E93-8C48-D4A3D9AD1826}" dt="2026-08-08T16:43:46.407" v="136" actId="26606"/>
          <ac:cxnSpMkLst>
            <pc:docMk/>
            <pc:sldMk cId="2409932191" sldId="259"/>
            <ac:cxnSpMk id="15" creationId="{521103E7-1A3E-6D22-B866-B3EC7CB6CFD3}"/>
          </ac:cxnSpMkLst>
        </pc:cxnChg>
        <pc:cxnChg chg="add">
          <ac:chgData name="Todd Oneil" userId="b2f76a03-a310-419e-bc84-08f44eaef7a1" providerId="ADAL" clId="{ED5B5379-09AD-4E93-8C48-D4A3D9AD1826}" dt="2026-08-08T16:43:46.407" v="136" actId="26606"/>
          <ac:cxnSpMkLst>
            <pc:docMk/>
            <pc:sldMk cId="2409932191" sldId="259"/>
            <ac:cxnSpMk id="24" creationId="{97CC2FE6-3AD0-4131-B4BC-1F4D65E25E13}"/>
          </ac:cxnSpMkLst>
        </pc:cxnChg>
      </pc:sldChg>
      <pc:sldChg chg="addSp delSp modSp new mod">
        <pc:chgData name="Todd Oneil" userId="b2f76a03-a310-419e-bc84-08f44eaef7a1" providerId="ADAL" clId="{ED5B5379-09AD-4E93-8C48-D4A3D9AD1826}" dt="2026-08-08T17:06:26.985" v="210" actId="27636"/>
        <pc:sldMkLst>
          <pc:docMk/>
          <pc:sldMk cId="3049905533" sldId="260"/>
        </pc:sldMkLst>
        <pc:spChg chg="mod">
          <ac:chgData name="Todd Oneil" userId="b2f76a03-a310-419e-bc84-08f44eaef7a1" providerId="ADAL" clId="{ED5B5379-09AD-4E93-8C48-D4A3D9AD1826}" dt="2026-08-08T17:06:26.985" v="210" actId="27636"/>
          <ac:spMkLst>
            <pc:docMk/>
            <pc:sldMk cId="3049905533" sldId="260"/>
            <ac:spMk id="2" creationId="{45359020-FE67-A566-EC9D-479AE490D15A}"/>
          </ac:spMkLst>
        </pc:spChg>
        <pc:spChg chg="del">
          <ac:chgData name="Todd Oneil" userId="b2f76a03-a310-419e-bc84-08f44eaef7a1" providerId="ADAL" clId="{ED5B5379-09AD-4E93-8C48-D4A3D9AD1826}" dt="2026-08-08T17:04:26.372" v="149" actId="931"/>
          <ac:spMkLst>
            <pc:docMk/>
            <pc:sldMk cId="3049905533" sldId="260"/>
            <ac:spMk id="3" creationId="{079D687B-CC88-8EF7-F40D-EB509E3576C0}"/>
          </ac:spMkLst>
        </pc:spChg>
        <pc:picChg chg="add mod ord">
          <ac:chgData name="Todd Oneil" userId="b2f76a03-a310-419e-bc84-08f44eaef7a1" providerId="ADAL" clId="{ED5B5379-09AD-4E93-8C48-D4A3D9AD1826}" dt="2026-08-08T17:04:52.002" v="167" actId="1076"/>
          <ac:picMkLst>
            <pc:docMk/>
            <pc:sldMk cId="3049905533" sldId="260"/>
            <ac:picMk id="5" creationId="{D23E2D6F-7259-2096-2D66-0F727F24CABB}"/>
          </ac:picMkLst>
        </pc:picChg>
      </pc:sldChg>
      <pc:sldChg chg="addSp delSp modSp add mod">
        <pc:chgData name="Todd Oneil" userId="b2f76a03-a310-419e-bc84-08f44eaef7a1" providerId="ADAL" clId="{ED5B5379-09AD-4E93-8C48-D4A3D9AD1826}" dt="2026-08-08T18:48:10.245" v="2886" actId="14100"/>
        <pc:sldMkLst>
          <pc:docMk/>
          <pc:sldMk cId="1113039369" sldId="261"/>
        </pc:sldMkLst>
        <pc:spChg chg="mod">
          <ac:chgData name="Todd Oneil" userId="b2f76a03-a310-419e-bc84-08f44eaef7a1" providerId="ADAL" clId="{ED5B5379-09AD-4E93-8C48-D4A3D9AD1826}" dt="2026-08-08T17:10:10.281" v="240" actId="20577"/>
          <ac:spMkLst>
            <pc:docMk/>
            <pc:sldMk cId="1113039369" sldId="261"/>
            <ac:spMk id="2" creationId="{FAFC0CD1-2BE7-F6B8-76CE-D1DB6058AF14}"/>
          </ac:spMkLst>
        </pc:spChg>
        <pc:spChg chg="add del mod">
          <ac:chgData name="Todd Oneil" userId="b2f76a03-a310-419e-bc84-08f44eaef7a1" providerId="ADAL" clId="{ED5B5379-09AD-4E93-8C48-D4A3D9AD1826}" dt="2026-08-08T17:09:50.030" v="213" actId="931"/>
          <ac:spMkLst>
            <pc:docMk/>
            <pc:sldMk cId="1113039369" sldId="261"/>
            <ac:spMk id="4" creationId="{6B29F9A6-52A0-1290-9137-75F170EF0ABD}"/>
          </ac:spMkLst>
        </pc:spChg>
        <pc:spChg chg="add del mod">
          <ac:chgData name="Todd Oneil" userId="b2f76a03-a310-419e-bc84-08f44eaef7a1" providerId="ADAL" clId="{ED5B5379-09AD-4E93-8C48-D4A3D9AD1826}" dt="2026-08-08T18:47:55.611" v="2881" actId="931"/>
          <ac:spMkLst>
            <pc:docMk/>
            <pc:sldMk cId="1113039369" sldId="261"/>
            <ac:spMk id="9" creationId="{42581459-45AB-90D9-5638-1373A3826BC7}"/>
          </ac:spMkLst>
        </pc:spChg>
        <pc:picChg chg="del">
          <ac:chgData name="Todd Oneil" userId="b2f76a03-a310-419e-bc84-08f44eaef7a1" providerId="ADAL" clId="{ED5B5379-09AD-4E93-8C48-D4A3D9AD1826}" dt="2026-08-08T17:09:44.451" v="212" actId="478"/>
          <ac:picMkLst>
            <pc:docMk/>
            <pc:sldMk cId="1113039369" sldId="261"/>
            <ac:picMk id="5" creationId="{3EA659F3-D571-9432-B470-15CB1399BEBE}"/>
          </ac:picMkLst>
        </pc:picChg>
        <pc:picChg chg="add del mod ord">
          <ac:chgData name="Todd Oneil" userId="b2f76a03-a310-419e-bc84-08f44eaef7a1" providerId="ADAL" clId="{ED5B5379-09AD-4E93-8C48-D4A3D9AD1826}" dt="2026-08-08T18:47:50.962" v="2880" actId="478"/>
          <ac:picMkLst>
            <pc:docMk/>
            <pc:sldMk cId="1113039369" sldId="261"/>
            <ac:picMk id="7" creationId="{08D80BBE-1E05-7233-AF28-9236C7A0A9CC}"/>
          </ac:picMkLst>
        </pc:picChg>
        <pc:picChg chg="add mod ord">
          <ac:chgData name="Todd Oneil" userId="b2f76a03-a310-419e-bc84-08f44eaef7a1" providerId="ADAL" clId="{ED5B5379-09AD-4E93-8C48-D4A3D9AD1826}" dt="2026-08-08T18:48:10.245" v="2886" actId="14100"/>
          <ac:picMkLst>
            <pc:docMk/>
            <pc:sldMk cId="1113039369" sldId="261"/>
            <ac:picMk id="11" creationId="{4E1A5E25-FDD1-74B6-9A67-0B997BCAE2F7}"/>
          </ac:picMkLst>
        </pc:picChg>
      </pc:sldChg>
      <pc:sldChg chg="addSp delSp modSp add del mod ord modMedia delAnim setClrOvrMap">
        <pc:chgData name="Todd Oneil" userId="b2f76a03-a310-419e-bc84-08f44eaef7a1" providerId="ADAL" clId="{ED5B5379-09AD-4E93-8C48-D4A3D9AD1826}" dt="2026-08-08T17:32:05.550" v="1867" actId="47"/>
        <pc:sldMkLst>
          <pc:docMk/>
          <pc:sldMk cId="3469180275" sldId="262"/>
        </pc:sldMkLst>
        <pc:spChg chg="mod">
          <ac:chgData name="Todd Oneil" userId="b2f76a03-a310-419e-bc84-08f44eaef7a1" providerId="ADAL" clId="{ED5B5379-09AD-4E93-8C48-D4A3D9AD1826}" dt="2026-08-08T17:27:51.927" v="1798" actId="26606"/>
          <ac:spMkLst>
            <pc:docMk/>
            <pc:sldMk cId="3469180275" sldId="262"/>
            <ac:spMk id="2" creationId="{271DB78C-33B3-A8E0-E78A-3B29E0784268}"/>
          </ac:spMkLst>
        </pc:spChg>
        <pc:spChg chg="del">
          <ac:chgData name="Todd Oneil" userId="b2f76a03-a310-419e-bc84-08f44eaef7a1" providerId="ADAL" clId="{ED5B5379-09AD-4E93-8C48-D4A3D9AD1826}" dt="2026-08-08T17:11:10.711" v="258" actId="478"/>
          <ac:spMkLst>
            <pc:docMk/>
            <pc:sldMk cId="3469180275" sldId="262"/>
            <ac:spMk id="3" creationId="{1F897BD2-9B17-F3BC-D79D-78B802803543}"/>
          </ac:spMkLst>
        </pc:spChg>
        <pc:spChg chg="add del mod">
          <ac:chgData name="Todd Oneil" userId="b2f76a03-a310-419e-bc84-08f44eaef7a1" providerId="ADAL" clId="{ED5B5379-09AD-4E93-8C48-D4A3D9AD1826}" dt="2026-08-08T17:11:13.292" v="259" actId="478"/>
          <ac:spMkLst>
            <pc:docMk/>
            <pc:sldMk cId="3469180275" sldId="262"/>
            <ac:spMk id="6" creationId="{F55FD4D9-7E4A-5BA8-72C0-69754C1AC72C}"/>
          </ac:spMkLst>
        </pc:spChg>
        <pc:spChg chg="add del mod">
          <ac:chgData name="Todd Oneil" userId="b2f76a03-a310-419e-bc84-08f44eaef7a1" providerId="ADAL" clId="{ED5B5379-09AD-4E93-8C48-D4A3D9AD1826}" dt="2026-08-08T17:19:59.266" v="1268" actId="478"/>
          <ac:spMkLst>
            <pc:docMk/>
            <pc:sldMk cId="3469180275" sldId="262"/>
            <ac:spMk id="7" creationId="{071E5EE4-58A9-3A5E-12D0-D7FD06DEB994}"/>
          </ac:spMkLst>
        </pc:spChg>
        <pc:spChg chg="add del">
          <ac:chgData name="Todd Oneil" userId="b2f76a03-a310-419e-bc84-08f44eaef7a1" providerId="ADAL" clId="{ED5B5379-09AD-4E93-8C48-D4A3D9AD1826}" dt="2026-08-08T17:21:01.979" v="1270" actId="478"/>
          <ac:spMkLst>
            <pc:docMk/>
            <pc:sldMk cId="3469180275" sldId="262"/>
            <ac:spMk id="8" creationId="{1EAF6767-D3DD-A444-2BC0-C964EADE055A}"/>
          </ac:spMkLst>
        </pc:spChg>
        <pc:spChg chg="add del">
          <ac:chgData name="Todd Oneil" userId="b2f76a03-a310-419e-bc84-08f44eaef7a1" providerId="ADAL" clId="{ED5B5379-09AD-4E93-8C48-D4A3D9AD1826}" dt="2026-08-08T17:27:51.927" v="1798" actId="26606"/>
          <ac:spMkLst>
            <pc:docMk/>
            <pc:sldMk cId="3469180275" sldId="262"/>
            <ac:spMk id="9" creationId="{B20FA4E7-E32D-474D-FB67-14A2B9316F8E}"/>
          </ac:spMkLst>
        </pc:spChg>
        <pc:spChg chg="add mod">
          <ac:chgData name="Todd Oneil" userId="b2f76a03-a310-419e-bc84-08f44eaef7a1" providerId="ADAL" clId="{ED5B5379-09AD-4E93-8C48-D4A3D9AD1826}" dt="2026-08-08T17:27:51.927" v="1798" actId="26606"/>
          <ac:spMkLst>
            <pc:docMk/>
            <pc:sldMk cId="3469180275" sldId="262"/>
            <ac:spMk id="10" creationId="{A0C1778B-F477-6CE4-CF09-AEFDFCFBBA2A}"/>
          </ac:spMkLst>
        </pc:spChg>
        <pc:spChg chg="add">
          <ac:chgData name="Todd Oneil" userId="b2f76a03-a310-419e-bc84-08f44eaef7a1" providerId="ADAL" clId="{ED5B5379-09AD-4E93-8C48-D4A3D9AD1826}" dt="2026-08-08T17:27:51.927" v="1798" actId="26606"/>
          <ac:spMkLst>
            <pc:docMk/>
            <pc:sldMk cId="3469180275" sldId="262"/>
            <ac:spMk id="16" creationId="{19F9BF86-FE94-4517-B97D-026C7515E589}"/>
          </ac:spMkLst>
        </pc:spChg>
        <pc:spChg chg="add del">
          <ac:chgData name="Todd Oneil" userId="b2f76a03-a310-419e-bc84-08f44eaef7a1" providerId="ADAL" clId="{ED5B5379-09AD-4E93-8C48-D4A3D9AD1826}" dt="2026-08-08T17:27:51.917" v="1797" actId="26606"/>
          <ac:spMkLst>
            <pc:docMk/>
            <pc:sldMk cId="3469180275" sldId="262"/>
            <ac:spMk id="17" creationId="{19F9BF86-FE94-4517-B97D-026C7515E589}"/>
          </ac:spMkLst>
        </pc:spChg>
        <pc:spChg chg="add del">
          <ac:chgData name="Todd Oneil" userId="b2f76a03-a310-419e-bc84-08f44eaef7a1" providerId="ADAL" clId="{ED5B5379-09AD-4E93-8C48-D4A3D9AD1826}" dt="2026-08-08T17:27:51.917" v="1797" actId="26606"/>
          <ac:spMkLst>
            <pc:docMk/>
            <pc:sldMk cId="3469180275" sldId="262"/>
            <ac:spMk id="19" creationId="{0AF66B7C-69F6-439C-A508-14C94AF6BA8C}"/>
          </ac:spMkLst>
        </pc:spChg>
        <pc:picChg chg="del">
          <ac:chgData name="Todd Oneil" userId="b2f76a03-a310-419e-bc84-08f44eaef7a1" providerId="ADAL" clId="{ED5B5379-09AD-4E93-8C48-D4A3D9AD1826}" dt="2026-08-08T17:10:40.752" v="244" actId="478"/>
          <ac:picMkLst>
            <pc:docMk/>
            <pc:sldMk cId="3469180275" sldId="262"/>
            <ac:picMk id="4" creationId="{D599E3B1-CC69-2361-710B-6E8FDEC8312F}"/>
          </ac:picMkLst>
        </pc:picChg>
        <pc:picChg chg="add del mod">
          <ac:chgData name="Todd Oneil" userId="b2f76a03-a310-419e-bc84-08f44eaef7a1" providerId="ADAL" clId="{ED5B5379-09AD-4E93-8C48-D4A3D9AD1826}" dt="2026-08-08T17:27:51.917" v="1797" actId="26606"/>
          <ac:picMkLst>
            <pc:docMk/>
            <pc:sldMk cId="3469180275" sldId="262"/>
            <ac:picMk id="13" creationId="{BE9AB2F1-27C5-65DC-262E-85FF8E4CA9D5}"/>
          </ac:picMkLst>
        </pc:picChg>
        <pc:cxnChg chg="add del">
          <ac:chgData name="Todd Oneil" userId="b2f76a03-a310-419e-bc84-08f44eaef7a1" providerId="ADAL" clId="{ED5B5379-09AD-4E93-8C48-D4A3D9AD1826}" dt="2026-08-08T17:27:51.927" v="1798" actId="26606"/>
          <ac:cxnSpMkLst>
            <pc:docMk/>
            <pc:sldMk cId="3469180275" sldId="262"/>
            <ac:cxnSpMk id="11" creationId="{21E5E75A-733E-7041-B68F-7948123D3B60}"/>
          </ac:cxnSpMkLst>
        </pc:cxnChg>
        <pc:cxnChg chg="add">
          <ac:chgData name="Todd Oneil" userId="b2f76a03-a310-419e-bc84-08f44eaef7a1" providerId="ADAL" clId="{ED5B5379-09AD-4E93-8C48-D4A3D9AD1826}" dt="2026-08-08T17:27:51.927" v="1798" actId="26606"/>
          <ac:cxnSpMkLst>
            <pc:docMk/>
            <pc:sldMk cId="3469180275" sldId="262"/>
            <ac:cxnSpMk id="18" creationId="{59D7B6BE-A4E0-4483-BEC5-493AC3E5D2AD}"/>
          </ac:cxnSpMkLst>
        </pc:cxnChg>
        <pc:cxnChg chg="add del">
          <ac:chgData name="Todd Oneil" userId="b2f76a03-a310-419e-bc84-08f44eaef7a1" providerId="ADAL" clId="{ED5B5379-09AD-4E93-8C48-D4A3D9AD1826}" dt="2026-08-08T17:27:51.917" v="1797" actId="26606"/>
          <ac:cxnSpMkLst>
            <pc:docMk/>
            <pc:sldMk cId="3469180275" sldId="262"/>
            <ac:cxnSpMk id="21" creationId="{97CC2FE6-3AD0-4131-B4BC-1F4D65E25E13}"/>
          </ac:cxnSpMkLst>
        </pc:cxnChg>
      </pc:sldChg>
      <pc:sldChg chg="addSp delSp modSp add del mod">
        <pc:chgData name="Todd Oneil" userId="b2f76a03-a310-419e-bc84-08f44eaef7a1" providerId="ADAL" clId="{ED5B5379-09AD-4E93-8C48-D4A3D9AD1826}" dt="2026-08-08T17:29:12.565" v="1806" actId="47"/>
        <pc:sldMkLst>
          <pc:docMk/>
          <pc:sldMk cId="208923662" sldId="263"/>
        </pc:sldMkLst>
        <pc:spChg chg="mod">
          <ac:chgData name="Todd Oneil" userId="b2f76a03-a310-419e-bc84-08f44eaef7a1" providerId="ADAL" clId="{ED5B5379-09AD-4E93-8C48-D4A3D9AD1826}" dt="2026-08-08T17:28:22.340" v="1805" actId="26606"/>
          <ac:spMkLst>
            <pc:docMk/>
            <pc:sldMk cId="208923662" sldId="263"/>
            <ac:spMk id="2" creationId="{87CF2644-0E54-5F90-EE22-1852198B5674}"/>
          </ac:spMkLst>
        </pc:spChg>
        <pc:spChg chg="add del">
          <ac:chgData name="Todd Oneil" userId="b2f76a03-a310-419e-bc84-08f44eaef7a1" providerId="ADAL" clId="{ED5B5379-09AD-4E93-8C48-D4A3D9AD1826}" dt="2026-08-08T17:28:22.340" v="1805" actId="26606"/>
          <ac:spMkLst>
            <pc:docMk/>
            <pc:sldMk cId="208923662" sldId="263"/>
            <ac:spMk id="9" creationId="{0E564D60-C34A-A98D-BB37-02048099E62D}"/>
          </ac:spMkLst>
        </pc:spChg>
        <pc:spChg chg="del mod">
          <ac:chgData name="Todd Oneil" userId="b2f76a03-a310-419e-bc84-08f44eaef7a1" providerId="ADAL" clId="{ED5B5379-09AD-4E93-8C48-D4A3D9AD1826}" dt="2026-08-08T17:28:22.340" v="1805" actId="26606"/>
          <ac:spMkLst>
            <pc:docMk/>
            <pc:sldMk cId="208923662" sldId="263"/>
            <ac:spMk id="10" creationId="{2ECBF9DD-7CAD-1A03-8BC2-39CDAF91C122}"/>
          </ac:spMkLst>
        </pc:spChg>
        <pc:spChg chg="add">
          <ac:chgData name="Todd Oneil" userId="b2f76a03-a310-419e-bc84-08f44eaef7a1" providerId="ADAL" clId="{ED5B5379-09AD-4E93-8C48-D4A3D9AD1826}" dt="2026-08-08T17:28:22.340" v="1805" actId="26606"/>
          <ac:spMkLst>
            <pc:docMk/>
            <pc:sldMk cId="208923662" sldId="263"/>
            <ac:spMk id="19" creationId="{A637580D-1176-4083-A9A1-BD8ED08996EC}"/>
          </ac:spMkLst>
        </pc:spChg>
        <pc:spChg chg="add del">
          <ac:chgData name="Todd Oneil" userId="b2f76a03-a310-419e-bc84-08f44eaef7a1" providerId="ADAL" clId="{ED5B5379-09AD-4E93-8C48-D4A3D9AD1826}" dt="2026-08-08T17:28:17.867" v="1800" actId="26606"/>
          <ac:spMkLst>
            <pc:docMk/>
            <pc:sldMk cId="208923662" sldId="263"/>
            <ac:spMk id="20" creationId="{DBDA151C-5770-45E4-AAFF-59E7F403866D}"/>
          </ac:spMkLst>
        </pc:spChg>
        <pc:spChg chg="add del">
          <ac:chgData name="Todd Oneil" userId="b2f76a03-a310-419e-bc84-08f44eaef7a1" providerId="ADAL" clId="{ED5B5379-09AD-4E93-8C48-D4A3D9AD1826}" dt="2026-08-08T17:28:19.833" v="1802" actId="26606"/>
          <ac:spMkLst>
            <pc:docMk/>
            <pc:sldMk cId="208923662" sldId="263"/>
            <ac:spMk id="24" creationId="{1653AE3C-AC4F-907C-B473-B9A30D21506F}"/>
          </ac:spMkLst>
        </pc:spChg>
        <pc:spChg chg="add del">
          <ac:chgData name="Todd Oneil" userId="b2f76a03-a310-419e-bc84-08f44eaef7a1" providerId="ADAL" clId="{ED5B5379-09AD-4E93-8C48-D4A3D9AD1826}" dt="2026-08-08T17:28:22.323" v="1804" actId="26606"/>
          <ac:spMkLst>
            <pc:docMk/>
            <pc:sldMk cId="208923662" sldId="263"/>
            <ac:spMk id="27" creationId="{DBDA151C-5770-45E4-AAFF-59E7F403866D}"/>
          </ac:spMkLst>
        </pc:spChg>
        <pc:graphicFrameChg chg="add">
          <ac:chgData name="Todd Oneil" userId="b2f76a03-a310-419e-bc84-08f44eaef7a1" providerId="ADAL" clId="{ED5B5379-09AD-4E93-8C48-D4A3D9AD1826}" dt="2026-08-08T17:28:22.340" v="1805" actId="26606"/>
          <ac:graphicFrameMkLst>
            <pc:docMk/>
            <pc:sldMk cId="208923662" sldId="263"/>
            <ac:graphicFrameMk id="13" creationId="{CEEA4537-6649-6091-577D-78769BC46730}"/>
          </ac:graphicFrameMkLst>
        </pc:graphicFrameChg>
        <pc:picChg chg="add del">
          <ac:chgData name="Todd Oneil" userId="b2f76a03-a310-419e-bc84-08f44eaef7a1" providerId="ADAL" clId="{ED5B5379-09AD-4E93-8C48-D4A3D9AD1826}" dt="2026-08-08T17:28:17.867" v="1800" actId="26606"/>
          <ac:picMkLst>
            <pc:docMk/>
            <pc:sldMk cId="208923662" sldId="263"/>
            <ac:picMk id="15" creationId="{4D137DB0-F0D7-ABED-4A4B-0A03C8CA357F}"/>
          </ac:picMkLst>
        </pc:picChg>
        <pc:picChg chg="add del">
          <ac:chgData name="Todd Oneil" userId="b2f76a03-a310-419e-bc84-08f44eaef7a1" providerId="ADAL" clId="{ED5B5379-09AD-4E93-8C48-D4A3D9AD1826}" dt="2026-08-08T17:28:22.323" v="1804" actId="26606"/>
          <ac:picMkLst>
            <pc:docMk/>
            <pc:sldMk cId="208923662" sldId="263"/>
            <ac:picMk id="28" creationId="{3861374C-76D4-86FF-FECF-38EC569C15CF}"/>
          </ac:picMkLst>
        </pc:picChg>
        <pc:cxnChg chg="add del">
          <ac:chgData name="Todd Oneil" userId="b2f76a03-a310-419e-bc84-08f44eaef7a1" providerId="ADAL" clId="{ED5B5379-09AD-4E93-8C48-D4A3D9AD1826}" dt="2026-08-08T17:28:22.340" v="1805" actId="26606"/>
          <ac:cxnSpMkLst>
            <pc:docMk/>
            <pc:sldMk cId="208923662" sldId="263"/>
            <ac:cxnSpMk id="11" creationId="{92092717-71C8-DDC4-83D1-7AA87692F1F2}"/>
          </ac:cxnSpMkLst>
        </pc:cxnChg>
        <pc:cxnChg chg="add del">
          <ac:chgData name="Todd Oneil" userId="b2f76a03-a310-419e-bc84-08f44eaef7a1" providerId="ADAL" clId="{ED5B5379-09AD-4E93-8C48-D4A3D9AD1826}" dt="2026-08-08T17:28:19.833" v="1802" actId="26606"/>
          <ac:cxnSpMkLst>
            <pc:docMk/>
            <pc:sldMk cId="208923662" sldId="263"/>
            <ac:cxnSpMk id="16" creationId="{118E06E4-607B-144B-382B-AD3D06B1EE8C}"/>
          </ac:cxnSpMkLst>
        </pc:cxnChg>
        <pc:cxnChg chg="add">
          <ac:chgData name="Todd Oneil" userId="b2f76a03-a310-419e-bc84-08f44eaef7a1" providerId="ADAL" clId="{ED5B5379-09AD-4E93-8C48-D4A3D9AD1826}" dt="2026-08-08T17:28:22.340" v="1805" actId="26606"/>
          <ac:cxnSpMkLst>
            <pc:docMk/>
            <pc:sldMk cId="208923662" sldId="263"/>
            <ac:cxnSpMk id="17" creationId="{118E06E4-607B-144B-382B-AD3D06B1EE8C}"/>
          </ac:cxnSpMkLst>
        </pc:cxnChg>
        <pc:cxnChg chg="add del">
          <ac:chgData name="Todd Oneil" userId="b2f76a03-a310-419e-bc84-08f44eaef7a1" providerId="ADAL" clId="{ED5B5379-09AD-4E93-8C48-D4A3D9AD1826}" dt="2026-08-08T17:28:17.867" v="1800" actId="26606"/>
          <ac:cxnSpMkLst>
            <pc:docMk/>
            <pc:sldMk cId="208923662" sldId="263"/>
            <ac:cxnSpMk id="18" creationId="{118E06E4-607B-144B-382B-AD3D06B1EE8C}"/>
          </ac:cxnSpMkLst>
        </pc:cxnChg>
        <pc:cxnChg chg="add">
          <ac:chgData name="Todd Oneil" userId="b2f76a03-a310-419e-bc84-08f44eaef7a1" providerId="ADAL" clId="{ED5B5379-09AD-4E93-8C48-D4A3D9AD1826}" dt="2026-08-08T17:28:22.340" v="1805" actId="26606"/>
          <ac:cxnSpMkLst>
            <pc:docMk/>
            <pc:sldMk cId="208923662" sldId="263"/>
            <ac:cxnSpMk id="21" creationId="{1A85A180-17F0-9F5F-51D9-6D242E7884AB}"/>
          </ac:cxnSpMkLst>
        </pc:cxnChg>
        <pc:cxnChg chg="add del">
          <ac:chgData name="Todd Oneil" userId="b2f76a03-a310-419e-bc84-08f44eaef7a1" providerId="ADAL" clId="{ED5B5379-09AD-4E93-8C48-D4A3D9AD1826}" dt="2026-08-08T17:28:17.867" v="1800" actId="26606"/>
          <ac:cxnSpMkLst>
            <pc:docMk/>
            <pc:sldMk cId="208923662" sldId="263"/>
            <ac:cxnSpMk id="22" creationId="{2EA0F4A6-3CC9-C9E2-BA02-58FA29F7DD8E}"/>
          </ac:cxnSpMkLst>
        </pc:cxnChg>
        <pc:cxnChg chg="add del">
          <ac:chgData name="Todd Oneil" userId="b2f76a03-a310-419e-bc84-08f44eaef7a1" providerId="ADAL" clId="{ED5B5379-09AD-4E93-8C48-D4A3D9AD1826}" dt="2026-08-08T17:28:22.323" v="1804" actId="26606"/>
          <ac:cxnSpMkLst>
            <pc:docMk/>
            <pc:sldMk cId="208923662" sldId="263"/>
            <ac:cxnSpMk id="26" creationId="{118E06E4-607B-144B-382B-AD3D06B1EE8C}"/>
          </ac:cxnSpMkLst>
        </pc:cxnChg>
        <pc:cxnChg chg="add del">
          <ac:chgData name="Todd Oneil" userId="b2f76a03-a310-419e-bc84-08f44eaef7a1" providerId="ADAL" clId="{ED5B5379-09AD-4E93-8C48-D4A3D9AD1826}" dt="2026-08-08T17:28:22.323" v="1804" actId="26606"/>
          <ac:cxnSpMkLst>
            <pc:docMk/>
            <pc:sldMk cId="208923662" sldId="263"/>
            <ac:cxnSpMk id="29" creationId="{2EA0F4A6-3CC9-C9E2-BA02-58FA29F7DD8E}"/>
          </ac:cxnSpMkLst>
        </pc:cxnChg>
      </pc:sldChg>
      <pc:sldChg chg="add del">
        <pc:chgData name="Todd Oneil" userId="b2f76a03-a310-419e-bc84-08f44eaef7a1" providerId="ADAL" clId="{ED5B5379-09AD-4E93-8C48-D4A3D9AD1826}" dt="2026-08-08T17:32:10.052" v="1868" actId="47"/>
        <pc:sldMkLst>
          <pc:docMk/>
          <pc:sldMk cId="1806956434" sldId="264"/>
        </pc:sldMkLst>
      </pc:sldChg>
      <pc:sldChg chg="addSp delSp modSp add del mod">
        <pc:chgData name="Todd Oneil" userId="b2f76a03-a310-419e-bc84-08f44eaef7a1" providerId="ADAL" clId="{ED5B5379-09AD-4E93-8C48-D4A3D9AD1826}" dt="2026-08-08T17:32:11.951" v="1869" actId="47"/>
        <pc:sldMkLst>
          <pc:docMk/>
          <pc:sldMk cId="1690736491" sldId="265"/>
        </pc:sldMkLst>
        <pc:spChg chg="mod">
          <ac:chgData name="Todd Oneil" userId="b2f76a03-a310-419e-bc84-08f44eaef7a1" providerId="ADAL" clId="{ED5B5379-09AD-4E93-8C48-D4A3D9AD1826}" dt="2026-08-08T17:29:27.580" v="1809" actId="26606"/>
          <ac:spMkLst>
            <pc:docMk/>
            <pc:sldMk cId="1690736491" sldId="265"/>
            <ac:spMk id="2" creationId="{A33B8FF9-E60F-7C11-54DB-0ADA7F488EA2}"/>
          </ac:spMkLst>
        </pc:spChg>
        <pc:spChg chg="add del">
          <ac:chgData name="Todd Oneil" userId="b2f76a03-a310-419e-bc84-08f44eaef7a1" providerId="ADAL" clId="{ED5B5379-09AD-4E93-8C48-D4A3D9AD1826}" dt="2026-08-08T17:29:27.580" v="1809" actId="26606"/>
          <ac:spMkLst>
            <pc:docMk/>
            <pc:sldMk cId="1690736491" sldId="265"/>
            <ac:spMk id="9" creationId="{130F5240-E80D-4932-997E-BE9E0CACBFA4}"/>
          </ac:spMkLst>
        </pc:spChg>
        <pc:spChg chg="mod">
          <ac:chgData name="Todd Oneil" userId="b2f76a03-a310-419e-bc84-08f44eaef7a1" providerId="ADAL" clId="{ED5B5379-09AD-4E93-8C48-D4A3D9AD1826}" dt="2026-08-08T17:29:27.580" v="1809" actId="26606"/>
          <ac:spMkLst>
            <pc:docMk/>
            <pc:sldMk cId="1690736491" sldId="265"/>
            <ac:spMk id="10" creationId="{32CF85F3-E100-2095-2F11-9EDD0EAD64F2}"/>
          </ac:spMkLst>
        </pc:spChg>
        <pc:spChg chg="add del">
          <ac:chgData name="Todd Oneil" userId="b2f76a03-a310-419e-bc84-08f44eaef7a1" providerId="ADAL" clId="{ED5B5379-09AD-4E93-8C48-D4A3D9AD1826}" dt="2026-08-08T17:29:27.580" v="1809" actId="26606"/>
          <ac:spMkLst>
            <pc:docMk/>
            <pc:sldMk cId="1690736491" sldId="265"/>
            <ac:spMk id="18" creationId="{DBDA151C-5770-45E4-AAFF-59E7F403866D}"/>
          </ac:spMkLst>
        </pc:spChg>
        <pc:cxnChg chg="add del">
          <ac:chgData name="Todd Oneil" userId="b2f76a03-a310-419e-bc84-08f44eaef7a1" providerId="ADAL" clId="{ED5B5379-09AD-4E93-8C48-D4A3D9AD1826}" dt="2026-08-08T17:29:27.580" v="1809" actId="26606"/>
          <ac:cxnSpMkLst>
            <pc:docMk/>
            <pc:sldMk cId="1690736491" sldId="265"/>
            <ac:cxnSpMk id="11" creationId="{B047094B-FAF3-19AA-4364-4CE8E340387E}"/>
          </ac:cxnSpMkLst>
        </pc:cxnChg>
        <pc:cxnChg chg="add del">
          <ac:chgData name="Todd Oneil" userId="b2f76a03-a310-419e-bc84-08f44eaef7a1" providerId="ADAL" clId="{ED5B5379-09AD-4E93-8C48-D4A3D9AD1826}" dt="2026-08-08T17:29:27.580" v="1809" actId="26606"/>
          <ac:cxnSpMkLst>
            <pc:docMk/>
            <pc:sldMk cId="1690736491" sldId="265"/>
            <ac:cxnSpMk id="16" creationId="{118E06E4-607B-144B-382B-AD3D06B1EE8C}"/>
          </ac:cxnSpMkLst>
        </pc:cxnChg>
        <pc:cxnChg chg="add del">
          <ac:chgData name="Todd Oneil" userId="b2f76a03-a310-419e-bc84-08f44eaef7a1" providerId="ADAL" clId="{ED5B5379-09AD-4E93-8C48-D4A3D9AD1826}" dt="2026-08-08T17:29:27.580" v="1809" actId="26606"/>
          <ac:cxnSpMkLst>
            <pc:docMk/>
            <pc:sldMk cId="1690736491" sldId="265"/>
            <ac:cxnSpMk id="20" creationId="{E62D3963-2153-4637-96E6-E31BD2CE5D0D}"/>
          </ac:cxnSpMkLst>
        </pc:cxnChg>
      </pc:sldChg>
      <pc:sldChg chg="addSp delSp modSp add mod ord setClrOvrMap">
        <pc:chgData name="Todd Oneil" userId="b2f76a03-a310-419e-bc84-08f44eaef7a1" providerId="ADAL" clId="{ED5B5379-09AD-4E93-8C48-D4A3D9AD1826}" dt="2026-08-08T17:31:05.254" v="1827" actId="478"/>
        <pc:sldMkLst>
          <pc:docMk/>
          <pc:sldMk cId="2942067794" sldId="266"/>
        </pc:sldMkLst>
        <pc:spChg chg="mod">
          <ac:chgData name="Todd Oneil" userId="b2f76a03-a310-419e-bc84-08f44eaef7a1" providerId="ADAL" clId="{ED5B5379-09AD-4E93-8C48-D4A3D9AD1826}" dt="2026-08-08T17:30:40.092" v="1822" actId="1076"/>
          <ac:spMkLst>
            <pc:docMk/>
            <pc:sldMk cId="2942067794" sldId="266"/>
            <ac:spMk id="2" creationId="{69B7C12B-84C0-C436-C1A1-708B3614BEAC}"/>
          </ac:spMkLst>
        </pc:spChg>
        <pc:spChg chg="del mod">
          <ac:chgData name="Todd Oneil" userId="b2f76a03-a310-419e-bc84-08f44eaef7a1" providerId="ADAL" clId="{ED5B5379-09AD-4E93-8C48-D4A3D9AD1826}" dt="2026-08-08T17:31:02.534" v="1826" actId="478"/>
          <ac:spMkLst>
            <pc:docMk/>
            <pc:sldMk cId="2942067794" sldId="266"/>
            <ac:spMk id="3" creationId="{F84D5408-DDB0-448D-8560-1DCCD78A4AEC}"/>
          </ac:spMkLst>
        </pc:spChg>
        <pc:spChg chg="add mod">
          <ac:chgData name="Todd Oneil" userId="b2f76a03-a310-419e-bc84-08f44eaef7a1" providerId="ADAL" clId="{ED5B5379-09AD-4E93-8C48-D4A3D9AD1826}" dt="2026-08-08T17:30:57.401" v="1825" actId="14100"/>
          <ac:spMkLst>
            <pc:docMk/>
            <pc:sldMk cId="2942067794" sldId="266"/>
            <ac:spMk id="6" creationId="{56FD70B5-8293-EC34-330D-E7114B835D84}"/>
          </ac:spMkLst>
        </pc:spChg>
        <pc:spChg chg="add del mod">
          <ac:chgData name="Todd Oneil" userId="b2f76a03-a310-419e-bc84-08f44eaef7a1" providerId="ADAL" clId="{ED5B5379-09AD-4E93-8C48-D4A3D9AD1826}" dt="2026-08-08T17:31:05.254" v="1827" actId="478"/>
          <ac:spMkLst>
            <pc:docMk/>
            <pc:sldMk cId="2942067794" sldId="266"/>
            <ac:spMk id="8" creationId="{32EA37DD-55F9-845B-F83B-D8C635FFEE19}"/>
          </ac:spMkLst>
        </pc:spChg>
        <pc:spChg chg="del">
          <ac:chgData name="Todd Oneil" userId="b2f76a03-a310-419e-bc84-08f44eaef7a1" providerId="ADAL" clId="{ED5B5379-09AD-4E93-8C48-D4A3D9AD1826}" dt="2026-08-08T17:29:51.320" v="1813" actId="26606"/>
          <ac:spMkLst>
            <pc:docMk/>
            <pc:sldMk cId="2942067794" sldId="266"/>
            <ac:spMk id="9" creationId="{B6FB5682-A872-25FC-C27E-05B4722B61E1}"/>
          </ac:spMkLst>
        </pc:spChg>
        <pc:spChg chg="add">
          <ac:chgData name="Todd Oneil" userId="b2f76a03-a310-419e-bc84-08f44eaef7a1" providerId="ADAL" clId="{ED5B5379-09AD-4E93-8C48-D4A3D9AD1826}" dt="2026-08-08T17:29:51.320" v="1813" actId="26606"/>
          <ac:spMkLst>
            <pc:docMk/>
            <pc:sldMk cId="2942067794" sldId="266"/>
            <ac:spMk id="16" creationId="{46B9231A-B34B-4A29-A6AC-532E1EE81575}"/>
          </ac:spMkLst>
        </pc:spChg>
        <pc:picChg chg="mod ord">
          <ac:chgData name="Todd Oneil" userId="b2f76a03-a310-419e-bc84-08f44eaef7a1" providerId="ADAL" clId="{ED5B5379-09AD-4E93-8C48-D4A3D9AD1826}" dt="2026-08-08T17:29:51.320" v="1813" actId="26606"/>
          <ac:picMkLst>
            <pc:docMk/>
            <pc:sldMk cId="2942067794" sldId="266"/>
            <ac:picMk id="4" creationId="{4FF4EBF9-554B-5B2B-FA58-A5761042FAE0}"/>
          </ac:picMkLst>
        </pc:picChg>
        <pc:cxnChg chg="del">
          <ac:chgData name="Todd Oneil" userId="b2f76a03-a310-419e-bc84-08f44eaef7a1" providerId="ADAL" clId="{ED5B5379-09AD-4E93-8C48-D4A3D9AD1826}" dt="2026-08-08T17:29:51.320" v="1813" actId="26606"/>
          <ac:cxnSpMkLst>
            <pc:docMk/>
            <pc:sldMk cId="2942067794" sldId="266"/>
            <ac:cxnSpMk id="11" creationId="{685E457C-1451-C41D-4BEC-5CDA92E6447F}"/>
          </ac:cxnSpMkLst>
        </pc:cxnChg>
        <pc:cxnChg chg="add">
          <ac:chgData name="Todd Oneil" userId="b2f76a03-a310-419e-bc84-08f44eaef7a1" providerId="ADAL" clId="{ED5B5379-09AD-4E93-8C48-D4A3D9AD1826}" dt="2026-08-08T17:29:51.320" v="1813" actId="26606"/>
          <ac:cxnSpMkLst>
            <pc:docMk/>
            <pc:sldMk cId="2942067794" sldId="266"/>
            <ac:cxnSpMk id="18" creationId="{F0CE0765-E93C-4D37-9D5F-D464EFB10FA7}"/>
          </ac:cxnSpMkLst>
        </pc:cxnChg>
      </pc:sldChg>
      <pc:sldChg chg="addSp delSp modSp add mod ord">
        <pc:chgData name="Todd Oneil" userId="b2f76a03-a310-419e-bc84-08f44eaef7a1" providerId="ADAL" clId="{ED5B5379-09AD-4E93-8C48-D4A3D9AD1826}" dt="2026-08-08T19:33:38.524" v="3203" actId="20577"/>
        <pc:sldMkLst>
          <pc:docMk/>
          <pc:sldMk cId="3189327395" sldId="267"/>
        </pc:sldMkLst>
        <pc:spChg chg="mod">
          <ac:chgData name="Todd Oneil" userId="b2f76a03-a310-419e-bc84-08f44eaef7a1" providerId="ADAL" clId="{ED5B5379-09AD-4E93-8C48-D4A3D9AD1826}" dt="2026-08-08T17:31:39.423" v="1842" actId="20577"/>
          <ac:spMkLst>
            <pc:docMk/>
            <pc:sldMk cId="3189327395" sldId="267"/>
            <ac:spMk id="2" creationId="{7A599183-3372-8D02-C8B3-3A9890721900}"/>
          </ac:spMkLst>
        </pc:spChg>
        <pc:spChg chg="add del mod">
          <ac:chgData name="Todd Oneil" userId="b2f76a03-a310-419e-bc84-08f44eaef7a1" providerId="ADAL" clId="{ED5B5379-09AD-4E93-8C48-D4A3D9AD1826}" dt="2026-08-08T17:32:57.134" v="1901" actId="478"/>
          <ac:spMkLst>
            <pc:docMk/>
            <pc:sldMk cId="3189327395" sldId="267"/>
            <ac:spMk id="3" creationId="{EF0BB639-8FA5-53E1-D1D8-986B4B4065BB}"/>
          </ac:spMkLst>
        </pc:spChg>
        <pc:spChg chg="del">
          <ac:chgData name="Todd Oneil" userId="b2f76a03-a310-419e-bc84-08f44eaef7a1" providerId="ADAL" clId="{ED5B5379-09AD-4E93-8C48-D4A3D9AD1826}" dt="2026-08-08T17:31:41.934" v="1843" actId="478"/>
          <ac:spMkLst>
            <pc:docMk/>
            <pc:sldMk cId="3189327395" sldId="267"/>
            <ac:spMk id="6" creationId="{11ABA98B-1F56-765D-51E0-48F2CAC8C08E}"/>
          </ac:spMkLst>
        </pc:spChg>
        <pc:graphicFrameChg chg="add del mod modGraphic">
          <ac:chgData name="Todd Oneil" userId="b2f76a03-a310-419e-bc84-08f44eaef7a1" providerId="ADAL" clId="{ED5B5379-09AD-4E93-8C48-D4A3D9AD1826}" dt="2026-08-08T17:34:10.829" v="1923" actId="478"/>
          <ac:graphicFrameMkLst>
            <pc:docMk/>
            <pc:sldMk cId="3189327395" sldId="267"/>
            <ac:graphicFrameMk id="5" creationId="{EA877ABA-65BB-6B4D-1272-6A52613BDA97}"/>
          </ac:graphicFrameMkLst>
        </pc:graphicFrameChg>
        <pc:graphicFrameChg chg="add mod modGraphic">
          <ac:chgData name="Todd Oneil" userId="b2f76a03-a310-419e-bc84-08f44eaef7a1" providerId="ADAL" clId="{ED5B5379-09AD-4E93-8C48-D4A3D9AD1826}" dt="2026-08-08T19:33:38.524" v="3203" actId="20577"/>
          <ac:graphicFrameMkLst>
            <pc:docMk/>
            <pc:sldMk cId="3189327395" sldId="267"/>
            <ac:graphicFrameMk id="7" creationId="{1219AD49-16B6-C667-C3B8-4310F30CFB55}"/>
          </ac:graphicFrameMkLst>
        </pc:graphicFrameChg>
      </pc:sldChg>
      <pc:sldChg chg="modSp add mod">
        <pc:chgData name="Todd Oneil" userId="b2f76a03-a310-419e-bc84-08f44eaef7a1" providerId="ADAL" clId="{ED5B5379-09AD-4E93-8C48-D4A3D9AD1826}" dt="2026-08-08T18:45:42.435" v="2879" actId="20577"/>
        <pc:sldMkLst>
          <pc:docMk/>
          <pc:sldMk cId="1654597246" sldId="268"/>
        </pc:sldMkLst>
        <pc:spChg chg="mod">
          <ac:chgData name="Todd Oneil" userId="b2f76a03-a310-419e-bc84-08f44eaef7a1" providerId="ADAL" clId="{ED5B5379-09AD-4E93-8C48-D4A3D9AD1826}" dt="2026-08-08T17:32:35.739" v="1899" actId="14100"/>
          <ac:spMkLst>
            <pc:docMk/>
            <pc:sldMk cId="1654597246" sldId="268"/>
            <ac:spMk id="2" creationId="{9BB0BC4F-F85A-1862-3733-248AB14C0DF3}"/>
          </ac:spMkLst>
        </pc:spChg>
        <pc:spChg chg="mod">
          <ac:chgData name="Todd Oneil" userId="b2f76a03-a310-419e-bc84-08f44eaef7a1" providerId="ADAL" clId="{ED5B5379-09AD-4E93-8C48-D4A3D9AD1826}" dt="2026-08-08T18:45:42.435" v="2879" actId="20577"/>
          <ac:spMkLst>
            <pc:docMk/>
            <pc:sldMk cId="1654597246" sldId="268"/>
            <ac:spMk id="6" creationId="{C121368E-2928-256E-C886-4018349E03A6}"/>
          </ac:spMkLst>
        </pc:spChg>
      </pc:sldChg>
      <pc:sldMasterChg chg="del delSldLayout">
        <pc:chgData name="Todd Oneil" userId="b2f76a03-a310-419e-bc84-08f44eaef7a1" providerId="ADAL" clId="{ED5B5379-09AD-4E93-8C48-D4A3D9AD1826}" dt="2026-08-08T16:39:21.565" v="64" actId="26606"/>
        <pc:sldMasterMkLst>
          <pc:docMk/>
          <pc:sldMasterMk cId="3548564281" sldId="2147483648"/>
        </pc:sldMasterMkLst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2068954748" sldId="2147483649"/>
          </pc:sldLayoutMkLst>
        </pc:sldLayoutChg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881515424" sldId="2147483650"/>
          </pc:sldLayoutMkLst>
        </pc:sldLayoutChg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779939244" sldId="2147483651"/>
          </pc:sldLayoutMkLst>
        </pc:sldLayoutChg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2026073827" sldId="2147483652"/>
          </pc:sldLayoutMkLst>
        </pc:sldLayoutChg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75544241" sldId="2147483653"/>
          </pc:sldLayoutMkLst>
        </pc:sldLayoutChg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2947816120" sldId="2147483654"/>
          </pc:sldLayoutMkLst>
        </pc:sldLayoutChg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351056697" sldId="2147483655"/>
          </pc:sldLayoutMkLst>
        </pc:sldLayoutChg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2558928883" sldId="2147483656"/>
          </pc:sldLayoutMkLst>
        </pc:sldLayoutChg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4145183865" sldId="2147483657"/>
          </pc:sldLayoutMkLst>
        </pc:sldLayoutChg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3004413570" sldId="2147483658"/>
          </pc:sldLayoutMkLst>
        </pc:sldLayoutChg>
        <pc:sldLayoutChg chg="del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3548564281" sldId="2147483648"/>
            <pc:sldLayoutMk cId="3003270136" sldId="2147483659"/>
          </pc:sldLayoutMkLst>
        </pc:sldLayoutChg>
      </pc:sldMasterChg>
      <pc:sldMasterChg chg="add addSldLayout">
        <pc:chgData name="Todd Oneil" userId="b2f76a03-a310-419e-bc84-08f44eaef7a1" providerId="ADAL" clId="{ED5B5379-09AD-4E93-8C48-D4A3D9AD1826}" dt="2026-08-08T16:39:21.565" v="64" actId="26606"/>
        <pc:sldMasterMkLst>
          <pc:docMk/>
          <pc:sldMasterMk cId="2722127864" sldId="2147483686"/>
        </pc:sldMasterMkLst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1239586648" sldId="2147483675"/>
          </pc:sldLayoutMkLst>
        </pc:sldLayoutChg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3079367432" sldId="2147483676"/>
          </pc:sldLayoutMkLst>
        </pc:sldLayoutChg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3119026247" sldId="2147483677"/>
          </pc:sldLayoutMkLst>
        </pc:sldLayoutChg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3750088531" sldId="2147483678"/>
          </pc:sldLayoutMkLst>
        </pc:sldLayoutChg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1080571270" sldId="2147483679"/>
          </pc:sldLayoutMkLst>
        </pc:sldLayoutChg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1614230920" sldId="2147483680"/>
          </pc:sldLayoutMkLst>
        </pc:sldLayoutChg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849100090" sldId="2147483681"/>
          </pc:sldLayoutMkLst>
        </pc:sldLayoutChg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970658907" sldId="2147483682"/>
          </pc:sldLayoutMkLst>
        </pc:sldLayoutChg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2373246097" sldId="2147483683"/>
          </pc:sldLayoutMkLst>
        </pc:sldLayoutChg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2816875488" sldId="2147483684"/>
          </pc:sldLayoutMkLst>
        </pc:sldLayoutChg>
        <pc:sldLayoutChg chg="add">
          <pc:chgData name="Todd Oneil" userId="b2f76a03-a310-419e-bc84-08f44eaef7a1" providerId="ADAL" clId="{ED5B5379-09AD-4E93-8C48-D4A3D9AD1826}" dt="2026-08-08T16:39:21.565" v="64" actId="26606"/>
          <pc:sldLayoutMkLst>
            <pc:docMk/>
            <pc:sldMasterMk cId="2722127864" sldId="2147483686"/>
            <pc:sldLayoutMk cId="4222091694" sldId="214748368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00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5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24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7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9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57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86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6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2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88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230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12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40C5D-A9B1-89F3-1C45-BFC84CD1C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4200"/>
              <a:t>CST8917 Assignment 2</a:t>
            </a:r>
            <a:br>
              <a:rPr lang="en-CA" sz="4200"/>
            </a:br>
            <a:r>
              <a:rPr lang="en-CA" sz="4200"/>
              <a:t>Approval Workflow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C930B-9726-8FDE-6F88-DF07F1D71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endParaRPr lang="en-CA"/>
          </a:p>
          <a:p>
            <a:r>
              <a:rPr lang="en-CA"/>
              <a:t>Todd O’Neil</a:t>
            </a:r>
            <a:endParaRPr lang="en-CA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4C52D8B-D26A-71E4-6CE0-848BB75C25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326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0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204B9-4560-8DB2-3905-2C173294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57C4DE0-63E2-41FC-0183-602B1B20C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73" b="123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DE7F0-5587-3A66-347E-448EB6DA3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892948" cy="3427867"/>
          </a:xfrm>
        </p:spPr>
        <p:txBody>
          <a:bodyPr anchor="t"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Workflow:</a:t>
            </a:r>
            <a:br>
              <a:rPr lang="en-CA" dirty="0">
                <a:solidFill>
                  <a:srgbClr val="FFFFFF"/>
                </a:solidFill>
              </a:rPr>
            </a:br>
            <a:r>
              <a:rPr lang="en-CA" dirty="0">
                <a:solidFill>
                  <a:srgbClr val="FFFFFF"/>
                </a:solidFill>
              </a:rPr>
              <a:t>submission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139CF7-2403-96C2-140D-EEBE7613C9D0}"/>
              </a:ext>
            </a:extLst>
          </p:cNvPr>
          <p:cNvSpPr txBox="1"/>
          <p:nvPr/>
        </p:nvSpPr>
        <p:spPr>
          <a:xfrm>
            <a:off x="7558370" y="211015"/>
            <a:ext cx="41353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Business Rules:</a:t>
            </a:r>
          </a:p>
          <a:p>
            <a:r>
              <a:rPr lang="en-CA" dirty="0"/>
              <a:t>- If expense is less than 100 </a:t>
            </a:r>
          </a:p>
          <a:p>
            <a:r>
              <a:rPr lang="en-CA" dirty="0"/>
              <a:t>Auto-approve.</a:t>
            </a:r>
          </a:p>
          <a:p>
            <a:pPr marL="285750" indent="-285750">
              <a:buFontTx/>
              <a:buChar char="-"/>
            </a:pPr>
            <a:r>
              <a:rPr lang="en-CA" dirty="0"/>
              <a:t>Category field must be valid</a:t>
            </a:r>
          </a:p>
          <a:p>
            <a:pPr marL="285750" indent="-285750">
              <a:buFontTx/>
              <a:buChar char="-"/>
            </a:pPr>
            <a:r>
              <a:rPr lang="en-CA" dirty="0"/>
              <a:t>Required fields must be present</a:t>
            </a:r>
          </a:p>
          <a:p>
            <a:pPr marL="285750" indent="-285750">
              <a:buFontTx/>
              <a:buChar char="-"/>
            </a:pPr>
            <a:r>
              <a:rPr lang="en-CA" dirty="0"/>
              <a:t>If expense is Greater than 100 a manager must approve/deny</a:t>
            </a:r>
          </a:p>
          <a:p>
            <a:pPr marL="285750" indent="-285750">
              <a:buFontTx/>
              <a:buChar char="-"/>
            </a:pPr>
            <a:r>
              <a:rPr lang="en-CA" dirty="0"/>
              <a:t>If manager doesn’t respond in 1 minute flag expense as “Escalated”</a:t>
            </a:r>
          </a:p>
          <a:p>
            <a:pPr marL="285750" indent="-285750">
              <a:buFontTx/>
              <a:buChar char="-"/>
            </a:pPr>
            <a:r>
              <a:rPr lang="en-CA" dirty="0"/>
              <a:t>Send notification to user</a:t>
            </a:r>
          </a:p>
        </p:txBody>
      </p:sp>
    </p:spTree>
    <p:extLst>
      <p:ext uri="{BB962C8B-B14F-4D97-AF65-F5344CB8AC3E}">
        <p14:creationId xmlns:p14="http://schemas.microsoft.com/office/powerpoint/2010/main" val="299035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5CD10-D4BB-E791-97E6-860B0D982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98A2A-1193-DE81-B161-608AC4436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7" r="918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A24D4-F63E-5C2D-B121-350990079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4892948" cy="3427867"/>
          </a:xfrm>
        </p:spPr>
        <p:txBody>
          <a:bodyPr anchor="t">
            <a:normAutofit/>
          </a:bodyPr>
          <a:lstStyle/>
          <a:p>
            <a:r>
              <a:rPr lang="en-CA" dirty="0">
                <a:solidFill>
                  <a:srgbClr val="FFFFFF"/>
                </a:solidFill>
              </a:rPr>
              <a:t>Workflow:</a:t>
            </a:r>
            <a:br>
              <a:rPr lang="en-CA" dirty="0">
                <a:solidFill>
                  <a:srgbClr val="FFFFFF"/>
                </a:solidFill>
              </a:rPr>
            </a:br>
            <a:r>
              <a:rPr lang="en-CA" dirty="0">
                <a:solidFill>
                  <a:srgbClr val="FFFFFF"/>
                </a:solidFill>
              </a:rPr>
              <a:t>decision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932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9020-FE67-A566-EC9D-479AE490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6763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CA" dirty="0"/>
              <a:t>Architecture – Version A: Functions</a:t>
            </a:r>
            <a:br>
              <a:rPr lang="en-CA" dirty="0"/>
            </a:br>
            <a:endParaRPr lang="en-C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3E2D6F-7259-2096-2D66-0F727F24C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642" y="1501270"/>
            <a:ext cx="5386716" cy="487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0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1C76C-A66E-1134-4BAC-E86E782B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C0CD1-2BE7-F6B8-76CE-D1DB6058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6763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CA" dirty="0"/>
              <a:t>Architecture – Version B: Logic App</a:t>
            </a:r>
            <a:br>
              <a:rPr lang="en-CA" dirty="0"/>
            </a:br>
            <a:endParaRPr lang="en-CA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E1A5E25-FDD1-74B6-9A67-0B997BCAE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957" y="1364910"/>
            <a:ext cx="8203319" cy="461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39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EB9D1-8BEA-595B-D7FE-9D49A060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95923E3-9D3F-2695-3EC3-56BD15275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A3CB53-FD36-AC9B-C668-3540BF98CB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6832" r="9091" b="30040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599183-3372-8D02-C8B3-3A9890721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38136"/>
            <a:ext cx="10543736" cy="149419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 dirty="0"/>
              <a:t>Comparison</a:t>
            </a:r>
            <a:endParaRPr lang="en-CA" sz="36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C71728-13C5-C64B-5597-1193D99EE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19AD49-16B6-C667-C3B8-4310F30CF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250473"/>
              </p:ext>
            </p:extLst>
          </p:nvPr>
        </p:nvGraphicFramePr>
        <p:xfrm>
          <a:off x="2032000" y="1554935"/>
          <a:ext cx="8127999" cy="25958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616064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2908372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90473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Durable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Logic Apps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037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Complex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Easier to implement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Gets out of control fast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298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Testability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Local testing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Can simulate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850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Cost (100/10000 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$0/$0 per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$0/$1.95 per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847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Error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Finer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Limited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81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Human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Manual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Built-in connectors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231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Has Local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Visual </a:t>
                      </a:r>
                      <a:r>
                        <a:rPr lang="en-CA" dirty="0" err="1"/>
                        <a:t>Tracability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043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327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BA615-1FBC-AE90-5EC0-25FC9519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4EBF9-554B-5B2B-FA58-A5761042FA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6832" r="9091" b="30040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B7C12B-84C0-C436-C1A1-708B3614B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38136"/>
            <a:ext cx="10543736" cy="149419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 dirty="0"/>
              <a:t>Recommendation – Durable Functions</a:t>
            </a:r>
            <a:endParaRPr lang="en-CA" sz="36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6FD70B5-8293-EC34-330D-E7114B835D84}"/>
              </a:ext>
            </a:extLst>
          </p:cNvPr>
          <p:cNvSpPr txBox="1"/>
          <p:nvPr/>
        </p:nvSpPr>
        <p:spPr>
          <a:xfrm>
            <a:off x="640081" y="1397976"/>
            <a:ext cx="5611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something like this in the real-world I would recommend using Durable Functions.  Being able</a:t>
            </a:r>
          </a:p>
          <a:p>
            <a:r>
              <a:rPr lang="en-CA" dirty="0"/>
              <a:t>to implement complex decision-based logic is far easier in a coding environment that a no/low-code</a:t>
            </a:r>
          </a:p>
          <a:p>
            <a:r>
              <a:rPr lang="en-CA" dirty="0"/>
              <a:t>solution. The other benefit is being able to test and run locally during development. Logic Apps doesn’t</a:t>
            </a:r>
          </a:p>
          <a:p>
            <a:r>
              <a:rPr lang="en-CA" dirty="0"/>
              <a:t>allow for that, so as you are developing and testing your workflow, you’re incurring charges.</a:t>
            </a:r>
          </a:p>
        </p:txBody>
      </p:sp>
    </p:spTree>
    <p:extLst>
      <p:ext uri="{BB962C8B-B14F-4D97-AF65-F5344CB8AC3E}">
        <p14:creationId xmlns:p14="http://schemas.microsoft.com/office/powerpoint/2010/main" val="2942067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BF09BF-E163-7D79-21A6-5E9A1B08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BE22A6-4D8F-05E3-1633-57D21FCC9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696D4-3EF0-8B0F-A052-FBFDB0575B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6832" r="9091" b="30040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B0BC4F-F85A-1862-3733-248AB14C0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38136"/>
            <a:ext cx="4151728" cy="72022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 dirty="0"/>
              <a:t>Lessons Learned</a:t>
            </a:r>
            <a:endParaRPr lang="en-CA" sz="3600" dirty="0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9BC1C5-B5B4-3067-68FC-C91F68C6D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121368E-2928-256E-C886-4018349E03A6}"/>
              </a:ext>
            </a:extLst>
          </p:cNvPr>
          <p:cNvSpPr txBox="1"/>
          <p:nvPr/>
        </p:nvSpPr>
        <p:spPr>
          <a:xfrm>
            <a:off x="640081" y="1397975"/>
            <a:ext cx="10411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A" dirty="0"/>
              <a:t>Give yourself time for message bus queues.  I ran into a dead-lettering issue during escalation workflow in Version B because my messages were too short-lived to be caught in the Manager timeout window</a:t>
            </a:r>
          </a:p>
          <a:p>
            <a:pPr marL="285750" indent="-285750">
              <a:buFontTx/>
              <a:buChar char="-"/>
            </a:pPr>
            <a:r>
              <a:rPr lang="en-CA" dirty="0"/>
              <a:t>Logic App parallel branching is your friend.  Parallel branch is useful when trying to have different paths based on the run/completion status of the action before it.</a:t>
            </a:r>
          </a:p>
        </p:txBody>
      </p:sp>
    </p:spTree>
    <p:extLst>
      <p:ext uri="{BB962C8B-B14F-4D97-AF65-F5344CB8AC3E}">
        <p14:creationId xmlns:p14="http://schemas.microsoft.com/office/powerpoint/2010/main" val="1654597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281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CST8917 Assignment 2 Approval Workflow Comparison</vt:lpstr>
      <vt:lpstr>Workflow: submission</vt:lpstr>
      <vt:lpstr>Workflow: decision</vt:lpstr>
      <vt:lpstr>Architecture – Version A: Functions </vt:lpstr>
      <vt:lpstr>Architecture – Version B: Logic App </vt:lpstr>
      <vt:lpstr>Comparison</vt:lpstr>
      <vt:lpstr>Recommendation – Durable Functions</vt:lpstr>
      <vt:lpstr>Lessons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Todd Oneil</dc:creator>
  <cp:lastModifiedBy>Todd Oneil</cp:lastModifiedBy>
  <cp:revision>1</cp:revision>
  <dcterms:created xsi:type="dcterms:W3CDTF">2026-08-08T16:27:29Z</dcterms:created>
  <dcterms:modified xsi:type="dcterms:W3CDTF">2026-08-08T19:33:46Z</dcterms:modified>
</cp:coreProperties>
</file>